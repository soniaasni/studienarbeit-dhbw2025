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C6F5C-8394-499A-B74A-2887A4D69D20}" v="27" dt="2026-05-20T13:23:06.1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936" y="-92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er, Marius" userId="73e198c0-4891-41c9-a475-1c219e411f9f" providerId="ADAL" clId="{B2A80625-E86A-4CEB-9035-CBD35C99A22C}"/>
    <pc:docChg chg="undo redo custSel modSld">
      <pc:chgData name="Maurer, Marius" userId="73e198c0-4891-41c9-a475-1c219e411f9f" providerId="ADAL" clId="{B2A80625-E86A-4CEB-9035-CBD35C99A22C}" dt="2026-05-20T13:25:36.702" v="1941" actId="20577"/>
      <pc:docMkLst>
        <pc:docMk/>
      </pc:docMkLst>
      <pc:sldChg chg="addSp delSp modSp mod">
        <pc:chgData name="Maurer, Marius" userId="73e198c0-4891-41c9-a475-1c219e411f9f" providerId="ADAL" clId="{B2A80625-E86A-4CEB-9035-CBD35C99A22C}" dt="2026-05-20T13:25:36.702" v="1941" actId="20577"/>
        <pc:sldMkLst>
          <pc:docMk/>
          <pc:sldMk cId="332124325" sldId="256"/>
        </pc:sldMkLst>
        <pc:spChg chg="add">
          <ac:chgData name="Maurer, Marius" userId="73e198c0-4891-41c9-a475-1c219e411f9f" providerId="ADAL" clId="{B2A80625-E86A-4CEB-9035-CBD35C99A22C}" dt="2026-05-20T12:34:23.193" v="35"/>
          <ac:spMkLst>
            <pc:docMk/>
            <pc:sldMk cId="332124325" sldId="256"/>
            <ac:spMk id="2" creationId="{88148F0E-DD65-C993-6820-95AD485A39DC}"/>
          </ac:spMkLst>
        </pc:spChg>
        <pc:spChg chg="mod">
          <ac:chgData name="Maurer, Marius" userId="73e198c0-4891-41c9-a475-1c219e411f9f" providerId="ADAL" clId="{B2A80625-E86A-4CEB-9035-CBD35C99A22C}" dt="2026-05-20T12:37:38.559" v="107" actId="20577"/>
          <ac:spMkLst>
            <pc:docMk/>
            <pc:sldMk cId="332124325" sldId="256"/>
            <ac:spMk id="6" creationId="{ED171B0D-BEA3-3447-F325-D6980DEC0ECF}"/>
          </ac:spMkLst>
        </pc:spChg>
        <pc:spChg chg="add mod">
          <ac:chgData name="Maurer, Marius" userId="73e198c0-4891-41c9-a475-1c219e411f9f" providerId="ADAL" clId="{B2A80625-E86A-4CEB-9035-CBD35C99A22C}" dt="2026-05-20T12:48:44.406" v="565" actId="948"/>
          <ac:spMkLst>
            <pc:docMk/>
            <pc:sldMk cId="332124325" sldId="256"/>
            <ac:spMk id="8" creationId="{7054B9CF-28EC-B7AF-93FA-6A8E664F6A27}"/>
          </ac:spMkLst>
        </pc:spChg>
        <pc:spChg chg="add mod">
          <ac:chgData name="Maurer, Marius" userId="73e198c0-4891-41c9-a475-1c219e411f9f" providerId="ADAL" clId="{B2A80625-E86A-4CEB-9035-CBD35C99A22C}" dt="2026-05-20T12:55:02.150" v="794" actId="255"/>
          <ac:spMkLst>
            <pc:docMk/>
            <pc:sldMk cId="332124325" sldId="256"/>
            <ac:spMk id="10" creationId="{801A9B5C-99C7-1C82-552E-1A587087C116}"/>
          </ac:spMkLst>
        </pc:spChg>
        <pc:spChg chg="mod">
          <ac:chgData name="Maurer, Marius" userId="73e198c0-4891-41c9-a475-1c219e411f9f" providerId="ADAL" clId="{B2A80625-E86A-4CEB-9035-CBD35C99A22C}" dt="2026-05-20T12:38:40.958" v="145" actId="20577"/>
          <ac:spMkLst>
            <pc:docMk/>
            <pc:sldMk cId="332124325" sldId="256"/>
            <ac:spMk id="13" creationId="{E9E4120F-2570-6A77-8123-F0466D59CFD1}"/>
          </ac:spMkLst>
        </pc:spChg>
        <pc:spChg chg="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16" creationId="{0B2BAB8E-709F-9762-DD3A-F6CB0BB3F97A}"/>
          </ac:spMkLst>
        </pc:spChg>
        <pc:spChg chg="add mod">
          <ac:chgData name="Maurer, Marius" userId="73e198c0-4891-41c9-a475-1c219e411f9f" providerId="ADAL" clId="{B2A80625-E86A-4CEB-9035-CBD35C99A22C}" dt="2026-05-20T12:56:14.062" v="975" actId="1035"/>
          <ac:spMkLst>
            <pc:docMk/>
            <pc:sldMk cId="332124325" sldId="256"/>
            <ac:spMk id="19" creationId="{07CDD146-FA05-911F-C7F2-8CD0264BAAF5}"/>
          </ac:spMkLst>
        </pc:spChg>
        <pc:spChg chg="add mod">
          <ac:chgData name="Maurer, Marius" userId="73e198c0-4891-41c9-a475-1c219e411f9f" providerId="ADAL" clId="{B2A80625-E86A-4CEB-9035-CBD35C99A22C}" dt="2026-05-20T13:18:33.148" v="1551" actId="6549"/>
          <ac:spMkLst>
            <pc:docMk/>
            <pc:sldMk cId="332124325" sldId="256"/>
            <ac:spMk id="20" creationId="{81FAA57B-3CFA-CA3C-60E5-E182BE3915AD}"/>
          </ac:spMkLst>
        </pc:spChg>
        <pc:spChg chg="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22" creationId="{C7101EAF-6A18-967A-24E7-520D3D833336}"/>
          </ac:spMkLst>
        </pc:spChg>
        <pc:spChg chg="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23" creationId="{A393426E-AB19-B36C-B8F5-93EAC23E8A6E}"/>
          </ac:spMkLst>
        </pc:spChg>
        <pc:spChg chg="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24" creationId="{DC21C7F8-A4EF-125E-EDBA-1944ADCD3CE6}"/>
          </ac:spMkLst>
        </pc:spChg>
        <pc:spChg chg="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25" creationId="{DDD33276-5387-D0B6-2708-69F5979438A6}"/>
          </ac:spMkLst>
        </pc:spChg>
        <pc:spChg chg="add del mod">
          <ac:chgData name="Maurer, Marius" userId="73e198c0-4891-41c9-a475-1c219e411f9f" providerId="ADAL" clId="{B2A80625-E86A-4CEB-9035-CBD35C99A22C}" dt="2026-05-20T12:54:00.112" v="754" actId="21"/>
          <ac:spMkLst>
            <pc:docMk/>
            <pc:sldMk cId="332124325" sldId="256"/>
            <ac:spMk id="26" creationId="{917C5E8A-2A2B-D32C-B9F0-08104425E5AD}"/>
          </ac:spMkLst>
        </pc:spChg>
        <pc:spChg chg="add del mod">
          <ac:chgData name="Maurer, Marius" userId="73e198c0-4891-41c9-a475-1c219e411f9f" providerId="ADAL" clId="{B2A80625-E86A-4CEB-9035-CBD35C99A22C}" dt="2026-05-20T12:54:00.112" v="754" actId="21"/>
          <ac:spMkLst>
            <pc:docMk/>
            <pc:sldMk cId="332124325" sldId="256"/>
            <ac:spMk id="28" creationId="{2F44354E-5EB2-E857-B06E-95197509A6A2}"/>
          </ac:spMkLst>
        </pc:spChg>
        <pc:spChg chg="add 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30" creationId="{D621C955-9D7E-6371-7B4B-D393D8713C7E}"/>
          </ac:spMkLst>
        </pc:spChg>
        <pc:spChg chg="add mod">
          <ac:chgData name="Maurer, Marius" userId="73e198c0-4891-41c9-a475-1c219e411f9f" providerId="ADAL" clId="{B2A80625-E86A-4CEB-9035-CBD35C99A22C}" dt="2026-05-20T13:22:02.505" v="1603" actId="1036"/>
          <ac:spMkLst>
            <pc:docMk/>
            <pc:sldMk cId="332124325" sldId="256"/>
            <ac:spMk id="33" creationId="{22CAC9EC-4426-86E6-AA5F-1B3058572100}"/>
          </ac:spMkLst>
        </pc:spChg>
        <pc:spChg chg="add">
          <ac:chgData name="Maurer, Marius" userId="73e198c0-4891-41c9-a475-1c219e411f9f" providerId="ADAL" clId="{B2A80625-E86A-4CEB-9035-CBD35C99A22C}" dt="2026-05-20T13:17:52.062" v="1540"/>
          <ac:spMkLst>
            <pc:docMk/>
            <pc:sldMk cId="332124325" sldId="256"/>
            <ac:spMk id="36" creationId="{3F3D7512-1DB5-587F-B68E-6B34C6E2D0AA}"/>
          </ac:spMkLst>
        </pc:spChg>
        <pc:spChg chg="add">
          <ac:chgData name="Maurer, Marius" userId="73e198c0-4891-41c9-a475-1c219e411f9f" providerId="ADAL" clId="{B2A80625-E86A-4CEB-9035-CBD35C99A22C}" dt="2026-05-20T13:19:55.523" v="1570"/>
          <ac:spMkLst>
            <pc:docMk/>
            <pc:sldMk cId="332124325" sldId="256"/>
            <ac:spMk id="40" creationId="{36373DC0-5FC4-445A-D64B-B5C3F5425CDE}"/>
          </ac:spMkLst>
        </pc:spChg>
        <pc:spChg chg="add mod">
          <ac:chgData name="Maurer, Marius" userId="73e198c0-4891-41c9-a475-1c219e411f9f" providerId="ADAL" clId="{B2A80625-E86A-4CEB-9035-CBD35C99A22C}" dt="2026-05-20T13:22:59.254" v="1628" actId="20577"/>
          <ac:spMkLst>
            <pc:docMk/>
            <pc:sldMk cId="332124325" sldId="256"/>
            <ac:spMk id="42" creationId="{626029D7-CB6C-1AD8-FCAB-27DAB17BC0B2}"/>
          </ac:spMkLst>
        </pc:spChg>
        <pc:spChg chg="add mod">
          <ac:chgData name="Maurer, Marius" userId="73e198c0-4891-41c9-a475-1c219e411f9f" providerId="ADAL" clId="{B2A80625-E86A-4CEB-9035-CBD35C99A22C}" dt="2026-05-20T13:25:36.702" v="1941" actId="20577"/>
          <ac:spMkLst>
            <pc:docMk/>
            <pc:sldMk cId="332124325" sldId="256"/>
            <ac:spMk id="43" creationId="{5BF47525-5F99-2C58-B7B4-7694730A563B}"/>
          </ac:spMkLst>
        </pc:spChg>
        <pc:spChg chg="mod">
          <ac:chgData name="Maurer, Marius" userId="73e198c0-4891-41c9-a475-1c219e411f9f" providerId="ADAL" clId="{B2A80625-E86A-4CEB-9035-CBD35C99A22C}" dt="2026-05-20T12:55:23.989" v="846" actId="1036"/>
          <ac:spMkLst>
            <pc:docMk/>
            <pc:sldMk cId="332124325" sldId="256"/>
            <ac:spMk id="45" creationId="{B2C63307-CC6A-0E28-3554-70881463BC44}"/>
          </ac:spMkLst>
        </pc:spChg>
        <pc:spChg chg="mod">
          <ac:chgData name="Maurer, Marius" userId="73e198c0-4891-41c9-a475-1c219e411f9f" providerId="ADAL" clId="{B2A80625-E86A-4CEB-9035-CBD35C99A22C}" dt="2026-05-20T12:55:23.989" v="846" actId="1036"/>
          <ac:spMkLst>
            <pc:docMk/>
            <pc:sldMk cId="332124325" sldId="256"/>
            <ac:spMk id="46" creationId="{7973F9EF-2DB4-3A29-3EDE-3F4DE845EC8F}"/>
          </ac:spMkLst>
        </pc:spChg>
        <pc:spChg chg="add mod">
          <ac:chgData name="Maurer, Marius" userId="73e198c0-4891-41c9-a475-1c219e411f9f" providerId="ADAL" clId="{B2A80625-E86A-4CEB-9035-CBD35C99A22C}" dt="2026-05-18T13:13:58.898" v="33" actId="122"/>
          <ac:spMkLst>
            <pc:docMk/>
            <pc:sldMk cId="332124325" sldId="256"/>
            <ac:spMk id="49" creationId="{C4859A16-0F7A-2917-7B0B-9FA00200A40C}"/>
          </ac:spMkLst>
        </pc:spChg>
        <pc:picChg chg="add mod ord modCrop">
          <ac:chgData name="Maurer, Marius" userId="73e198c0-4891-41c9-a475-1c219e411f9f" providerId="ADAL" clId="{B2A80625-E86A-4CEB-9035-CBD35C99A22C}" dt="2026-05-20T13:18:52.445" v="1566" actId="1037"/>
          <ac:picMkLst>
            <pc:docMk/>
            <pc:sldMk cId="332124325" sldId="256"/>
            <ac:picMk id="3" creationId="{1A99C2FA-F900-4667-35AC-3234A9BE34C7}"/>
          </ac:picMkLst>
        </pc:picChg>
        <pc:picChg chg="mod">
          <ac:chgData name="Maurer, Marius" userId="73e198c0-4891-41c9-a475-1c219e411f9f" providerId="ADAL" clId="{B2A80625-E86A-4CEB-9035-CBD35C99A22C}" dt="2026-05-20T13:22:02.505" v="1603" actId="1036"/>
          <ac:picMkLst>
            <pc:docMk/>
            <pc:sldMk cId="332124325" sldId="256"/>
            <ac:picMk id="5" creationId="{AE78F287-B35B-340A-FB9E-F3C1C9206AAD}"/>
          </ac:picMkLst>
        </pc:picChg>
        <pc:picChg chg="mod">
          <ac:chgData name="Maurer, Marius" userId="73e198c0-4891-41c9-a475-1c219e411f9f" providerId="ADAL" clId="{B2A80625-E86A-4CEB-9035-CBD35C99A22C}" dt="2026-05-20T13:22:02.505" v="1603" actId="1036"/>
          <ac:picMkLst>
            <pc:docMk/>
            <pc:sldMk cId="332124325" sldId="256"/>
            <ac:picMk id="7" creationId="{436412D9-10B4-A546-49F9-C359918E57C6}"/>
          </ac:picMkLst>
        </pc:picChg>
        <pc:picChg chg="mod">
          <ac:chgData name="Maurer, Marius" userId="73e198c0-4891-41c9-a475-1c219e411f9f" providerId="ADAL" clId="{B2A80625-E86A-4CEB-9035-CBD35C99A22C}" dt="2026-05-20T13:22:02.505" v="1603" actId="1036"/>
          <ac:picMkLst>
            <pc:docMk/>
            <pc:sldMk cId="332124325" sldId="256"/>
            <ac:picMk id="9" creationId="{2EE2B6D6-CA77-5E86-0D2F-37D3A2A72A6D}"/>
          </ac:picMkLst>
        </pc:picChg>
        <pc:picChg chg="add del mod">
          <ac:chgData name="Maurer, Marius" userId="73e198c0-4891-41c9-a475-1c219e411f9f" providerId="ADAL" clId="{B2A80625-E86A-4CEB-9035-CBD35C99A22C}" dt="2026-05-20T12:54:00.112" v="754" actId="21"/>
          <ac:picMkLst>
            <pc:docMk/>
            <pc:sldMk cId="332124325" sldId="256"/>
            <ac:picMk id="21" creationId="{B72B61E1-1E4C-815D-3BA7-20654E73E5FB}"/>
          </ac:picMkLst>
        </pc:picChg>
        <pc:picChg chg="mod">
          <ac:chgData name="Maurer, Marius" userId="73e198c0-4891-41c9-a475-1c219e411f9f" providerId="ADAL" clId="{B2A80625-E86A-4CEB-9035-CBD35C99A22C}" dt="2026-05-20T12:57:14.089" v="1058" actId="1035"/>
          <ac:picMkLst>
            <pc:docMk/>
            <pc:sldMk cId="332124325" sldId="256"/>
            <ac:picMk id="27" creationId="{822573AC-178E-6D03-8D34-8E9D4CFAE777}"/>
          </ac:picMkLst>
        </pc:picChg>
        <pc:picChg chg="add mod">
          <ac:chgData name="Maurer, Marius" userId="73e198c0-4891-41c9-a475-1c219e411f9f" providerId="ADAL" clId="{B2A80625-E86A-4CEB-9035-CBD35C99A22C}" dt="2026-05-20T13:25:24.095" v="1938" actId="1076"/>
          <ac:picMkLst>
            <pc:docMk/>
            <pc:sldMk cId="332124325" sldId="256"/>
            <ac:picMk id="38" creationId="{74CFA65C-03A9-0830-55FE-D9225A14B4F7}"/>
          </ac:picMkLst>
        </pc:picChg>
        <pc:picChg chg="add mod">
          <ac:chgData name="Maurer, Marius" userId="73e198c0-4891-41c9-a475-1c219e411f9f" providerId="ADAL" clId="{B2A80625-E86A-4CEB-9035-CBD35C99A22C}" dt="2026-05-20T13:25:11.451" v="1929" actId="1038"/>
          <ac:picMkLst>
            <pc:docMk/>
            <pc:sldMk cId="332124325" sldId="256"/>
            <ac:picMk id="41" creationId="{31E99089-7FD7-4D0D-A7A2-F044052F2130}"/>
          </ac:picMkLst>
        </pc:picChg>
        <pc:picChg chg="mod">
          <ac:chgData name="Maurer, Marius" userId="73e198c0-4891-41c9-a475-1c219e411f9f" providerId="ADAL" clId="{B2A80625-E86A-4CEB-9035-CBD35C99A22C}" dt="2026-05-20T12:55:23.989" v="846" actId="1036"/>
          <ac:picMkLst>
            <pc:docMk/>
            <pc:sldMk cId="332124325" sldId="256"/>
            <ac:picMk id="44" creationId="{7536373E-70BC-78BF-1C68-E8EAED50BDAF}"/>
          </ac:picMkLst>
        </pc:picChg>
        <pc:cxnChg chg="add mod">
          <ac:chgData name="Maurer, Marius" userId="73e198c0-4891-41c9-a475-1c219e411f9f" providerId="ADAL" clId="{B2A80625-E86A-4CEB-9035-CBD35C99A22C}" dt="2026-05-20T12:57:14.089" v="1058" actId="1035"/>
          <ac:cxnSpMkLst>
            <pc:docMk/>
            <pc:sldMk cId="332124325" sldId="256"/>
            <ac:cxnSpMk id="4" creationId="{2A7A8C33-049D-573B-237C-AFADCB6DBB98}"/>
          </ac:cxnSpMkLst>
        </pc:cxnChg>
        <pc:cxnChg chg="mod">
          <ac:chgData name="Maurer, Marius" userId="73e198c0-4891-41c9-a475-1c219e411f9f" providerId="ADAL" clId="{B2A80625-E86A-4CEB-9035-CBD35C99A22C}" dt="2026-05-20T13:04:18.924" v="1426" actId="14100"/>
          <ac:cxnSpMkLst>
            <pc:docMk/>
            <pc:sldMk cId="332124325" sldId="256"/>
            <ac:cxnSpMk id="12" creationId="{D553CD21-7989-24CB-AEB5-B8279D1D1C68}"/>
          </ac:cxnSpMkLst>
        </pc:cxnChg>
        <pc:cxnChg chg="add mod">
          <ac:chgData name="Maurer, Marius" userId="73e198c0-4891-41c9-a475-1c219e411f9f" providerId="ADAL" clId="{B2A80625-E86A-4CEB-9035-CBD35C99A22C}" dt="2026-05-20T12:56:14.062" v="975" actId="1035"/>
          <ac:cxnSpMkLst>
            <pc:docMk/>
            <pc:sldMk cId="332124325" sldId="256"/>
            <ac:cxnSpMk id="17" creationId="{593A4930-C9E9-82AB-9C8E-32761C3BFA73}"/>
          </ac:cxnSpMkLst>
        </pc:cxnChg>
        <pc:cxnChg chg="mod">
          <ac:chgData name="Maurer, Marius" userId="73e198c0-4891-41c9-a475-1c219e411f9f" providerId="ADAL" clId="{B2A80625-E86A-4CEB-9035-CBD35C99A22C}" dt="2026-05-20T13:04:41.093" v="1434" actId="14100"/>
          <ac:cxnSpMkLst>
            <pc:docMk/>
            <pc:sldMk cId="332124325" sldId="256"/>
            <ac:cxnSpMk id="29" creationId="{B4745E57-698D-5C13-FD25-60E59121D220}"/>
          </ac:cxnSpMkLst>
        </pc:cxnChg>
        <pc:cxnChg chg="add mod">
          <ac:chgData name="Maurer, Marius" userId="73e198c0-4891-41c9-a475-1c219e411f9f" providerId="ADAL" clId="{B2A80625-E86A-4CEB-9035-CBD35C99A22C}" dt="2026-05-20T13:03:40.693" v="1404" actId="1037"/>
          <ac:cxnSpMkLst>
            <pc:docMk/>
            <pc:sldMk cId="332124325" sldId="256"/>
            <ac:cxnSpMk id="31" creationId="{75EBF94A-BA8B-A463-A8DB-8CDB9D3952FB}"/>
          </ac:cxnSpMkLst>
        </pc:cxnChg>
        <pc:cxnChg chg="add mod">
          <ac:chgData name="Maurer, Marius" userId="73e198c0-4891-41c9-a475-1c219e411f9f" providerId="ADAL" clId="{B2A80625-E86A-4CEB-9035-CBD35C99A22C}" dt="2026-05-20T13:03:52.693" v="1405"/>
          <ac:cxnSpMkLst>
            <pc:docMk/>
            <pc:sldMk cId="332124325" sldId="256"/>
            <ac:cxnSpMk id="32" creationId="{569C8CC1-CA09-7663-E6C5-E852D4C97A29}"/>
          </ac:cxnSpMkLst>
        </pc:cxnChg>
        <pc:cxnChg chg="mod">
          <ac:chgData name="Maurer, Marius" userId="73e198c0-4891-41c9-a475-1c219e411f9f" providerId="ADAL" clId="{B2A80625-E86A-4CEB-9035-CBD35C99A22C}" dt="2026-05-20T13:04:25.008" v="1429" actId="1038"/>
          <ac:cxnSpMkLst>
            <pc:docMk/>
            <pc:sldMk cId="332124325" sldId="256"/>
            <ac:cxnSpMk id="39" creationId="{A7AEA1AD-5F64-81A6-0778-181BA708114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61C3E-B578-482D-ADF4-0DD2B122CA35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CD80-24AA-4701-B590-8AF1C1D9DD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61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1pPr>
    <a:lvl2pPr marL="1239789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2pPr>
    <a:lvl3pPr marL="247957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3pPr>
    <a:lvl4pPr marL="3719368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4pPr>
    <a:lvl5pPr marL="4959157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5pPr>
    <a:lvl6pPr marL="6198946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6pPr>
    <a:lvl7pPr marL="743873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7pPr>
    <a:lvl8pPr marL="8678525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8pPr>
    <a:lvl9pPr marL="9918314" algn="l" defTabSz="2479578" rtl="0" eaLnBrk="1" latinLnBrk="0" hangingPunct="1">
      <a:defRPr sz="325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818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269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52307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668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859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8947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798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024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8896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0669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397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967564-6120-49BA-AFB2-40F93D1AEBD4}" type="datetimeFigureOut">
              <a:rPr lang="de-DE" smtClean="0"/>
              <a:t>20.05.2026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EF02C-BE84-43B3-B151-AAD904C3FFFF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A162AFD-AFC0-5B42-191C-CFA55B962C1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0414000" y="30059313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6643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A99C2FA-F900-4667-35AC-3234A9BE34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76" b="35435"/>
          <a:stretch>
            <a:fillRect/>
          </a:stretch>
        </p:blipFill>
        <p:spPr>
          <a:xfrm>
            <a:off x="3863370" y="6613042"/>
            <a:ext cx="6655210" cy="4128010"/>
          </a:xfrm>
          <a:prstGeom prst="rect">
            <a:avLst/>
          </a:prstGeom>
        </p:spPr>
      </p:pic>
      <p:pic>
        <p:nvPicPr>
          <p:cNvPr id="5" name="Grafik 4" descr="Ein Bild, das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AE78F287-B35B-340A-FB9E-F3C1C9206A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008"/>
          <a:stretch>
            <a:fillRect/>
          </a:stretch>
        </p:blipFill>
        <p:spPr>
          <a:xfrm>
            <a:off x="10420248" y="21691208"/>
            <a:ext cx="3476096" cy="2178000"/>
          </a:xfrm>
          <a:prstGeom prst="rect">
            <a:avLst/>
          </a:prstGeom>
        </p:spPr>
      </p:pic>
      <p:pic>
        <p:nvPicPr>
          <p:cNvPr id="7" name="Grafik 6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436412D9-10B4-A546-49F9-C359918E57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5" b="6308"/>
          <a:stretch>
            <a:fillRect/>
          </a:stretch>
        </p:blipFill>
        <p:spPr>
          <a:xfrm>
            <a:off x="10420247" y="23958743"/>
            <a:ext cx="3476097" cy="2178000"/>
          </a:xfrm>
          <a:prstGeom prst="rect">
            <a:avLst/>
          </a:prstGeom>
        </p:spPr>
      </p:pic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2EE2B6D6-CA77-5E86-0D2F-37D3A2A72A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71" r="16010" b="32163"/>
          <a:stretch>
            <a:fillRect/>
          </a:stretch>
        </p:blipFill>
        <p:spPr>
          <a:xfrm>
            <a:off x="10420246" y="19073415"/>
            <a:ext cx="3476098" cy="2527200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31D4E33-D44B-C31E-504F-FD6068183B5F}"/>
              </a:ext>
            </a:extLst>
          </p:cNvPr>
          <p:cNvCxnSpPr/>
          <p:nvPr/>
        </p:nvCxnSpPr>
        <p:spPr>
          <a:xfrm>
            <a:off x="-1" y="1775104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553CD21-7989-24CB-AEB5-B8279D1D1C68}"/>
              </a:ext>
            </a:extLst>
          </p:cNvPr>
          <p:cNvCxnSpPr>
            <a:cxnSpLocks/>
          </p:cNvCxnSpPr>
          <p:nvPr/>
        </p:nvCxnSpPr>
        <p:spPr>
          <a:xfrm>
            <a:off x="10155514" y="1775104"/>
            <a:ext cx="62380" cy="28500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B2BAB8E-709F-9762-DD3A-F6CB0BB3F97A}"/>
              </a:ext>
            </a:extLst>
          </p:cNvPr>
          <p:cNvSpPr txBox="1"/>
          <p:nvPr/>
        </p:nvSpPr>
        <p:spPr>
          <a:xfrm>
            <a:off x="10340109" y="17933945"/>
            <a:ext cx="10853644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Kurven Funktionen zur Berechnung der Fahrtwegen zum Ausweichen von Hindernissen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7101EAF-6A18-967A-24E7-520D3D833336}"/>
              </a:ext>
            </a:extLst>
          </p:cNvPr>
          <p:cNvSpPr txBox="1"/>
          <p:nvPr/>
        </p:nvSpPr>
        <p:spPr>
          <a:xfrm>
            <a:off x="14001072" y="19073769"/>
            <a:ext cx="5953404" cy="2526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Parabel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Einfache Funktion mit konstanter Krümmung (zweite Ableitung konstant)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Nur ein Scheitelpunkt → keine flexible Anpassung an Hindernisse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gute Rückführung auf die ursprüngliche Spur nach dem Ausweichen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393426E-AB19-B36C-B8F5-93EAC23E8A6E}"/>
              </a:ext>
            </a:extLst>
          </p:cNvPr>
          <p:cNvSpPr txBox="1"/>
          <p:nvPr/>
        </p:nvSpPr>
        <p:spPr>
          <a:xfrm>
            <a:off x="14001072" y="21690150"/>
            <a:ext cx="5953404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Exponentialfunktion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Stark asymmetrisches Verhalten (einseitig starkes Wachstum/Abfall)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Keine Symmetrie und kein Scheitelpunkt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Für Ausweichmanöver meist ungeeignet, da zu abrupt oder zu flach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C21C7F8-A4EF-125E-EDBA-1944ADCD3CE6}"/>
              </a:ext>
            </a:extLst>
          </p:cNvPr>
          <p:cNvSpPr txBox="1"/>
          <p:nvPr/>
        </p:nvSpPr>
        <p:spPr>
          <a:xfrm>
            <a:off x="14001072" y="23958743"/>
            <a:ext cx="6162860" cy="21790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Gaußsche Glockenkurve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Symmetrisch und glatt (stetig differenzierbar)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Sanfte Ausweichbewegung mit automatischer Rückkehr zur Spur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Kombination mehrerer Funktionen sehr flexibel für komplexe Hindernisse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33276-5387-D0B6-2708-69F5979438A6}"/>
              </a:ext>
            </a:extLst>
          </p:cNvPr>
          <p:cNvSpPr txBox="1"/>
          <p:nvPr/>
        </p:nvSpPr>
        <p:spPr>
          <a:xfrm>
            <a:off x="14001072" y="26227336"/>
            <a:ext cx="6162860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Bézierkurve Parametrische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Kurve mit Kontrollpunkten → gut steuerbar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Glatt und stabil bei wenigen Punkten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Viele Kontrollpunkte → höherer Rechenaufwand und weniger lokale Kontrolle</a:t>
            </a:r>
          </a:p>
        </p:txBody>
      </p:sp>
      <p:pic>
        <p:nvPicPr>
          <p:cNvPr id="27" name="Grafik 26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822573AC-178E-6D03-8D34-8E9D4CFAE7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LightScreen/>
                    </a14:imgEffect>
                  </a14:imgLayer>
                </a14:imgProps>
              </a:ext>
            </a:extLst>
          </a:blip>
          <a:srcRect t="10088"/>
          <a:stretch>
            <a:fillRect/>
          </a:stretch>
        </p:blipFill>
        <p:spPr>
          <a:xfrm>
            <a:off x="10340109" y="26226278"/>
            <a:ext cx="3556235" cy="1831271"/>
          </a:xfrm>
          <a:prstGeom prst="rect">
            <a:avLst/>
          </a:prstGeom>
        </p:spPr>
      </p:pic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745E57-698D-5C13-FD25-60E59121D220}"/>
              </a:ext>
            </a:extLst>
          </p:cNvPr>
          <p:cNvCxnSpPr>
            <a:cxnSpLocks/>
          </p:cNvCxnSpPr>
          <p:nvPr/>
        </p:nvCxnSpPr>
        <p:spPr>
          <a:xfrm>
            <a:off x="-49876" y="12645394"/>
            <a:ext cx="102333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Grafik 43" descr="Ein Bild, das Screenshot, Text, Farbigkeit enthält.&#10;&#10;KI-generierte Inhalte können fehlerhaft sein.">
            <a:extLst>
              <a:ext uri="{FF2B5EF4-FFF2-40B4-BE49-F238E27FC236}">
                <a16:creationId xmlns:a16="http://schemas.microsoft.com/office/drawing/2014/main" id="{7536373E-70BC-78BF-1C68-E8EAED50BD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828" y="13355511"/>
            <a:ext cx="9534230" cy="4848258"/>
          </a:xfrm>
          <a:prstGeom prst="rect">
            <a:avLst/>
          </a:prstGeom>
        </p:spPr>
      </p:pic>
      <p:sp>
        <p:nvSpPr>
          <p:cNvPr id="45" name="Textfeld 44">
            <a:extLst>
              <a:ext uri="{FF2B5EF4-FFF2-40B4-BE49-F238E27FC236}">
                <a16:creationId xmlns:a16="http://schemas.microsoft.com/office/drawing/2014/main" id="{B2C63307-CC6A-0E28-3554-70881463BC44}"/>
              </a:ext>
            </a:extLst>
          </p:cNvPr>
          <p:cNvSpPr txBox="1"/>
          <p:nvPr/>
        </p:nvSpPr>
        <p:spPr>
          <a:xfrm>
            <a:off x="0" y="12598631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Gewichtsverteilung zur besseren Ausrichtung des LIDAR-Sensors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7973F9EF-2DB4-3A29-3EDE-3F4DE845EC8F}"/>
              </a:ext>
            </a:extLst>
          </p:cNvPr>
          <p:cNvSpPr txBox="1"/>
          <p:nvPr/>
        </p:nvSpPr>
        <p:spPr>
          <a:xfrm>
            <a:off x="0" y="18445862"/>
            <a:ext cx="9946059" cy="1226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b="1" dirty="0"/>
              <a:t>Hochkante Einlage im Mittelteil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vordere Teil mit dem Lidar wird umgebaut und „hochkant“ ins Mittelement eingebaut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Dadurch wandert das Gewicht mehr nach innen ins Fahrzeug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Aufbau wird kompakt und besser ausbalanciert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baut den schweren Vorderteil so um, dass er zentral im Fahrzeug sitzt, statt vorne herauszuragen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r>
              <a:rPr lang="de-DE" sz="2260" b="1" dirty="0"/>
              <a:t>Frankenstein-Umbau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physisch durchgesägt und neu zusammengesetzt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Der Vorderbau wird in die Mitte versetzt und wieder befestigt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Es entsteht eine Art „zusammengebastelte“ neue Struktur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Das Fahrzeug wird radikal zerschnitten und neu aufgebaut, um das Gewicht zu verschieben</a:t>
            </a:r>
          </a:p>
          <a:p>
            <a:endParaRPr lang="de-DE" sz="2260" dirty="0"/>
          </a:p>
          <a:p>
            <a:r>
              <a:rPr lang="de-DE" sz="2260" b="1" dirty="0"/>
              <a:t>Einkaufsrad-Lösung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Was bedeutet das?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Unter den vorderen Teil wird ein zusätzliches kleines Rad montiert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Dieses Rad trägt einen Teil des Gewichts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Die Konstruktion bleibt sonst fast unverändert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Einfach gesagt: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Man stützt den schweren Vorderteil einfach ab, statt ihn umzubauen</a:t>
            </a:r>
          </a:p>
          <a:p>
            <a:endParaRPr lang="de-DE" sz="2260" dirty="0"/>
          </a:p>
          <a:p>
            <a:r>
              <a:rPr lang="de-DE" sz="2260" b="1" dirty="0"/>
              <a:t>Kurzvergleich </a:t>
            </a:r>
          </a:p>
          <a:p>
            <a:r>
              <a:rPr lang="de-DE" sz="2260" dirty="0"/>
              <a:t>Hochkante: clevere Integration</a:t>
            </a:r>
          </a:p>
          <a:p>
            <a:r>
              <a:rPr lang="de-DE" sz="2260" dirty="0"/>
              <a:t>Frankenstein: radikaler Umbau</a:t>
            </a:r>
          </a:p>
          <a:p>
            <a:r>
              <a:rPr lang="de-DE" sz="2260" dirty="0"/>
              <a:t>Einkaufsrad: einfache Abstützung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C4859A16-0F7A-2917-7B0B-9FA00200A40C}"/>
              </a:ext>
            </a:extLst>
          </p:cNvPr>
          <p:cNvSpPr txBox="1"/>
          <p:nvPr/>
        </p:nvSpPr>
        <p:spPr>
          <a:xfrm>
            <a:off x="171138" y="170193"/>
            <a:ext cx="2104665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Weiterentwicklung eines selbstfahrenden Fahrzeugs </a:t>
            </a:r>
          </a:p>
          <a:p>
            <a:pPr algn="ctr"/>
            <a:r>
              <a:rPr lang="de-DE" sz="4400" u="sng" dirty="0">
                <a:latin typeface="Amasis MT Pro Black" panose="020F0502020204030204" pitchFamily="18" charset="0"/>
              </a:rPr>
              <a:t>mit Lidar und anderen Sensoren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D171B0D-BEA3-3447-F325-D6980DEC0ECF}"/>
              </a:ext>
            </a:extLst>
          </p:cNvPr>
          <p:cNvSpPr txBox="1"/>
          <p:nvPr/>
        </p:nvSpPr>
        <p:spPr>
          <a:xfrm>
            <a:off x="10420247" y="3067986"/>
            <a:ext cx="10773506" cy="2179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System-Optimierung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Wechsel von Ubuntu Desktop zu Ubuntu 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Speicherauslastung (16GB SSD): 100% -&gt; ~25%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CPU-Auslastung: ~90%  (ohne aktivem LiDAR) -&gt; ~50% (mit aktivem LiDAR)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Durch das Entfernen der UI des Raspberry </a:t>
            </a:r>
            <a:r>
              <a:rPr lang="de-DE" sz="2260" dirty="0" err="1"/>
              <a:t>Pi‘s</a:t>
            </a:r>
            <a:r>
              <a:rPr lang="de-DE" sz="2260" dirty="0"/>
              <a:t> werden dringend benötigte Ressourcen freigegeben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E4120F-2570-6A77-8123-F0466D59CFD1}"/>
              </a:ext>
            </a:extLst>
          </p:cNvPr>
          <p:cNvSpPr txBox="1"/>
          <p:nvPr/>
        </p:nvSpPr>
        <p:spPr>
          <a:xfrm>
            <a:off x="10420247" y="5689973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Software &amp; Architektur</a:t>
            </a:r>
          </a:p>
          <a:p>
            <a:r>
              <a:rPr lang="de-DE" sz="2260" dirty="0"/>
              <a:t>In Ubuntu Server werden keine GPIO Libraries automatisch mitgeliefert, folglich wird eine modernere Architektur verwendet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Umstellung veralteter GPIO Bibliothek zu </a:t>
            </a:r>
            <a:r>
              <a:rPr lang="de-DE" sz="2260" dirty="0" err="1"/>
              <a:t>LibGPIOD</a:t>
            </a:r>
            <a:endParaRPr lang="de-DE" sz="226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Neue Stromverbindungen verhindern Kabelbruch der Batterieverbindung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446D99F-A928-1DCE-3F05-A0732C36BB09}"/>
              </a:ext>
            </a:extLst>
          </p:cNvPr>
          <p:cNvSpPr txBox="1"/>
          <p:nvPr/>
        </p:nvSpPr>
        <p:spPr>
          <a:xfrm>
            <a:off x="10420247" y="10216527"/>
            <a:ext cx="10773506" cy="148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/>
              <a:t>Ergebnis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Deutlich mehr verfügbare Rechen- und Speicherressourcen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Stabiler Betrieb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Reproduzierbares Setup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86ED35E-4918-5F3D-1734-61774D35E7C5}"/>
              </a:ext>
            </a:extLst>
          </p:cNvPr>
          <p:cNvSpPr txBox="1"/>
          <p:nvPr/>
        </p:nvSpPr>
        <p:spPr>
          <a:xfrm>
            <a:off x="10420247" y="7953250"/>
            <a:ext cx="10773506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60" b="1" dirty="0" err="1"/>
              <a:t>Deployment</a:t>
            </a:r>
            <a:r>
              <a:rPr lang="de-DE" sz="2260" b="1" dirty="0"/>
              <a:t> &amp; Automatisierung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Bash-Skript für OS-Setup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Ready-</a:t>
            </a:r>
            <a:r>
              <a:rPr lang="de-DE" sz="2260" dirty="0" err="1"/>
              <a:t>to</a:t>
            </a:r>
            <a:r>
              <a:rPr lang="de-DE" sz="2260" dirty="0"/>
              <a:t>-run Docker Image ohne </a:t>
            </a:r>
            <a:r>
              <a:rPr lang="de-DE" sz="2260" dirty="0" err="1"/>
              <a:t>Install</a:t>
            </a:r>
            <a:r>
              <a:rPr lang="de-DE" sz="2260" dirty="0"/>
              <a:t>-Befehle innerhalb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60" dirty="0"/>
              <a:t>Nach RPI-Boot ist das komplette System Einsatzbereit ohne Menschliche Interaktion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99B1778-5EBA-834F-8155-C2EED25CEF9D}"/>
              </a:ext>
            </a:extLst>
          </p:cNvPr>
          <p:cNvSpPr txBox="1"/>
          <p:nvPr/>
        </p:nvSpPr>
        <p:spPr>
          <a:xfrm>
            <a:off x="10420247" y="1928451"/>
            <a:ext cx="9614367" cy="1048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08" dirty="0"/>
              <a:t>Verbesserte Systemarchitektur, Reproduzierbares Setup und Modernisierung der Technik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100A4BCF-A974-0CAC-4282-9C026C72E2E4}"/>
              </a:ext>
            </a:extLst>
          </p:cNvPr>
          <p:cNvCxnSpPr>
            <a:cxnSpLocks/>
          </p:cNvCxnSpPr>
          <p:nvPr/>
        </p:nvCxnSpPr>
        <p:spPr>
          <a:xfrm>
            <a:off x="10183153" y="1780023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A7AEA1AD-5F64-81A6-0778-181BA7081140}"/>
              </a:ext>
            </a:extLst>
          </p:cNvPr>
          <p:cNvCxnSpPr>
            <a:cxnSpLocks/>
          </p:cNvCxnSpPr>
          <p:nvPr/>
        </p:nvCxnSpPr>
        <p:spPr>
          <a:xfrm>
            <a:off x="10172140" y="12041895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A7A8C33-049D-573B-237C-AFADCB6DBB98}"/>
              </a:ext>
            </a:extLst>
          </p:cNvPr>
          <p:cNvCxnSpPr>
            <a:cxnSpLocks/>
          </p:cNvCxnSpPr>
          <p:nvPr/>
        </p:nvCxnSpPr>
        <p:spPr>
          <a:xfrm>
            <a:off x="10184344" y="17666141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7054B9CF-28EC-B7AF-93FA-6A8E664F6A27}"/>
              </a:ext>
            </a:extLst>
          </p:cNvPr>
          <p:cNvSpPr txBox="1"/>
          <p:nvPr/>
        </p:nvSpPr>
        <p:spPr>
          <a:xfrm>
            <a:off x="171138" y="1928451"/>
            <a:ext cx="9855059" cy="570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10" dirty="0"/>
              <a:t>Kurz und Knapp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01A9B5C-99C7-1C82-552E-1A587087C116}"/>
              </a:ext>
            </a:extLst>
          </p:cNvPr>
          <p:cNvSpPr txBox="1"/>
          <p:nvPr/>
        </p:nvSpPr>
        <p:spPr>
          <a:xfrm>
            <a:off x="189872" y="2652723"/>
            <a:ext cx="9756186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Das Projekt befasst sich mit der Automation eines Modellautos. Dieses Modellauto soll mit Hilfe von Sensoren Gegenständen ausweichen. </a:t>
            </a:r>
          </a:p>
          <a:p>
            <a:endParaRPr lang="de-DE" sz="2260" dirty="0"/>
          </a:p>
          <a:p>
            <a:r>
              <a:rPr lang="de-DE" sz="2260" dirty="0"/>
              <a:t>Die Steuerung des Autos ist über W-LAN möglich und Erfolg auf einem Handy mit Android oder IOS-Betriebssystem. 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93A4930-C9E9-82AB-9C8E-32761C3BFA73}"/>
              </a:ext>
            </a:extLst>
          </p:cNvPr>
          <p:cNvCxnSpPr/>
          <p:nvPr/>
        </p:nvCxnSpPr>
        <p:spPr>
          <a:xfrm>
            <a:off x="-5829" y="4834906"/>
            <a:ext cx="1016134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07CDD146-FA05-911F-C7F2-8CD0264BAAF5}"/>
              </a:ext>
            </a:extLst>
          </p:cNvPr>
          <p:cNvSpPr txBox="1"/>
          <p:nvPr/>
        </p:nvSpPr>
        <p:spPr>
          <a:xfrm>
            <a:off x="195727" y="5042151"/>
            <a:ext cx="9855059" cy="570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10" dirty="0"/>
              <a:t>Probleme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1FAA57B-3CFA-CA3C-60E5-E182BE3915AD}"/>
              </a:ext>
            </a:extLst>
          </p:cNvPr>
          <p:cNvSpPr txBox="1"/>
          <p:nvPr/>
        </p:nvSpPr>
        <p:spPr>
          <a:xfrm>
            <a:off x="214461" y="5766423"/>
            <a:ext cx="9756186" cy="67002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Das Auto hat in der Elektronik, Mechanik und Software Probleme, welche im </a:t>
            </a:r>
            <a:r>
              <a:rPr lang="de-DE" sz="2260" dirty="0" err="1"/>
              <a:t>Verlaufder</a:t>
            </a:r>
            <a:r>
              <a:rPr lang="de-DE" sz="2260" dirty="0"/>
              <a:t> Weiterentwicklung behoben werden müssen.</a:t>
            </a:r>
          </a:p>
          <a:p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Elektronik: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kein Verdrahtungsplan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abgebrochen Kabel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Kabel die ins nichts führen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kurze Akkulaufzeit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Mechanik: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Frontalneigung um 7° wegen</a:t>
            </a:r>
            <a:br>
              <a:rPr lang="de-DE" sz="2260" dirty="0"/>
            </a:br>
            <a:r>
              <a:rPr lang="de-DE" sz="2260" dirty="0"/>
              <a:t>zu schwerem Vorbau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kompaktes und schlecht wartbares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fehlende/kaputte Halterungen für Sensoren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226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60" dirty="0"/>
              <a:t>Software: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benötigt große Speicherkapazität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hohe Arbeitsspeichernutzung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60" dirty="0"/>
              <a:t>unzureichende Dokumentation Künstliche Intelligenz (KI)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D621C955-9D7E-6371-7B4B-D393D8713C7E}"/>
              </a:ext>
            </a:extLst>
          </p:cNvPr>
          <p:cNvSpPr txBox="1"/>
          <p:nvPr/>
        </p:nvSpPr>
        <p:spPr>
          <a:xfrm>
            <a:off x="10420246" y="28244256"/>
            <a:ext cx="10797545" cy="1135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Anhand der berechneten Kurve kann durch die Ableitung der Kurve der Lenkungswinkel der Vorderräder berechnet werden. Hierbei ist wichtig den maximalen Lenkungswinkel nicht zu überschreiten.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75EBF94A-BA8B-A463-A8DB-8CDB9D3952FB}"/>
              </a:ext>
            </a:extLst>
          </p:cNvPr>
          <p:cNvCxnSpPr>
            <a:cxnSpLocks/>
          </p:cNvCxnSpPr>
          <p:nvPr/>
        </p:nvCxnSpPr>
        <p:spPr>
          <a:xfrm>
            <a:off x="10217895" y="29385701"/>
            <a:ext cx="112004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22CAC9EC-4426-86E6-AA5F-1B3058572100}"/>
              </a:ext>
            </a:extLst>
          </p:cNvPr>
          <p:cNvSpPr txBox="1"/>
          <p:nvPr/>
        </p:nvSpPr>
        <p:spPr>
          <a:xfrm>
            <a:off x="10340109" y="29539699"/>
            <a:ext cx="10797545" cy="787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Studiengang Informatik in den Fachbereichen Informationstechnik und Künstliche Intelligenz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74CFA65C-03A9-0830-55FE-D9225A14B4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8580" y="14273939"/>
            <a:ext cx="7158812" cy="3187909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31E99089-7FD7-4D0D-A7A2-F044052F213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89119" y="12194857"/>
            <a:ext cx="3383430" cy="5285635"/>
          </a:xfrm>
          <a:prstGeom prst="rect">
            <a:avLst/>
          </a:prstGeom>
        </p:spPr>
      </p:pic>
      <p:sp>
        <p:nvSpPr>
          <p:cNvPr id="42" name="Textfeld 41">
            <a:extLst>
              <a:ext uri="{FF2B5EF4-FFF2-40B4-BE49-F238E27FC236}">
                <a16:creationId xmlns:a16="http://schemas.microsoft.com/office/drawing/2014/main" id="{626029D7-CB6C-1AD8-FCAB-27DAB17BC0B2}"/>
              </a:ext>
            </a:extLst>
          </p:cNvPr>
          <p:cNvSpPr txBox="1"/>
          <p:nvPr/>
        </p:nvSpPr>
        <p:spPr>
          <a:xfrm>
            <a:off x="10420246" y="12194856"/>
            <a:ext cx="7024351" cy="570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110" dirty="0"/>
              <a:t>Bedienung per Handy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BF47525-5F99-2C58-B7B4-7694730A563B}"/>
              </a:ext>
            </a:extLst>
          </p:cNvPr>
          <p:cNvSpPr txBox="1"/>
          <p:nvPr/>
        </p:nvSpPr>
        <p:spPr>
          <a:xfrm>
            <a:off x="10442693" y="12771813"/>
            <a:ext cx="7432731" cy="1483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60" dirty="0"/>
              <a:t>Die Steuerung funktioniert über eine übersichtlich strukturierte Handy App. Die Steuerung ist über Joysticks oder Neigung des Handys möglich. Für die Zukunft können mehrere Fahrzeuge in der App hinterlegt werden.</a:t>
            </a:r>
          </a:p>
        </p:txBody>
      </p:sp>
    </p:spTree>
    <p:extLst>
      <p:ext uri="{BB962C8B-B14F-4D97-AF65-F5344CB8AC3E}">
        <p14:creationId xmlns:p14="http://schemas.microsoft.com/office/powerpoint/2010/main" val="332124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603</Words>
  <Application>Microsoft Office PowerPoint</Application>
  <PresentationFormat>Benutzerdefiniert</PresentationFormat>
  <Paragraphs>95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Amasis MT Pro Black</vt:lpstr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Maurer, Marius</dc:creator>
  <cp:lastModifiedBy>Maurer, Marius</cp:lastModifiedBy>
  <cp:revision>3</cp:revision>
  <dcterms:created xsi:type="dcterms:W3CDTF">2026-05-18T12:19:23Z</dcterms:created>
  <dcterms:modified xsi:type="dcterms:W3CDTF">2026-05-20T13:25:43Z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97c528e-e8db-4a71-b5cb-4edd5b40a06c_Enabled">
    <vt:lpwstr>true</vt:lpwstr>
  </property>
  <property fmtid="{D5CDD505-2E9C-101B-9397-08002B2CF9AE}" pid="3" name="MSIP_Label_e97c528e-e8db-4a71-b5cb-4edd5b40a06c_SetDate">
    <vt:lpwstr>2026-05-18T13:11:32Z</vt:lpwstr>
  </property>
  <property fmtid="{D5CDD505-2E9C-101B-9397-08002B2CF9AE}" pid="4" name="MSIP_Label_e97c528e-e8db-4a71-b5cb-4edd5b40a06c_Method">
    <vt:lpwstr>Standard</vt:lpwstr>
  </property>
  <property fmtid="{D5CDD505-2E9C-101B-9397-08002B2CF9AE}" pid="5" name="MSIP_Label_e97c528e-e8db-4a71-b5cb-4edd5b40a06c_Name">
    <vt:lpwstr>ifminternal</vt:lpwstr>
  </property>
  <property fmtid="{D5CDD505-2E9C-101B-9397-08002B2CF9AE}" pid="6" name="MSIP_Label_e97c528e-e8db-4a71-b5cb-4edd5b40a06c_SiteId">
    <vt:lpwstr>2782ef14-4849-46b4-b90d-d7e83fc425ca</vt:lpwstr>
  </property>
  <property fmtid="{D5CDD505-2E9C-101B-9397-08002B2CF9AE}" pid="7" name="MSIP_Label_e97c528e-e8db-4a71-b5cb-4edd5b40a06c_ActionId">
    <vt:lpwstr>d8cd7994-82fd-427a-9ad2-f42f294a76cc</vt:lpwstr>
  </property>
  <property fmtid="{D5CDD505-2E9C-101B-9397-08002B2CF9AE}" pid="8" name="MSIP_Label_e97c528e-e8db-4a71-b5cb-4edd5b40a06c_ContentBits">
    <vt:lpwstr>2</vt:lpwstr>
  </property>
  <property fmtid="{D5CDD505-2E9C-101B-9397-08002B2CF9AE}" pid="9" name="MSIP_Label_e97c528e-e8db-4a71-b5cb-4edd5b40a06c_Tag">
    <vt:lpwstr>10, 3, 0, 1</vt:lpwstr>
  </property>
  <property fmtid="{D5CDD505-2E9C-101B-9397-08002B2CF9AE}" pid="10" name="ClassificationContentMarkingFooterLocations">
    <vt:lpwstr>Office:8</vt:lpwstr>
  </property>
  <property fmtid="{D5CDD505-2E9C-101B-9397-08002B2CF9AE}" pid="11" name="ClassificationContentMarkingFooterText">
    <vt:lpwstr>INTERNAL</vt:lpwstr>
  </property>
  <property fmtid="{D5CDD505-2E9C-101B-9397-08002B2CF9AE}" pid="12" name="MSIP_Label_8db35b9b-34e3-4211-8ec1-253280c6bd5e_Enabled">
    <vt:lpwstr>true</vt:lpwstr>
  </property>
  <property fmtid="{D5CDD505-2E9C-101B-9397-08002B2CF9AE}" pid="13" name="MSIP_Label_8db35b9b-34e3-4211-8ec1-253280c6bd5e_SetDate">
    <vt:lpwstr>2026-05-19T21:04:08Z</vt:lpwstr>
  </property>
  <property fmtid="{D5CDD505-2E9C-101B-9397-08002B2CF9AE}" pid="14" name="MSIP_Label_8db35b9b-34e3-4211-8ec1-253280c6bd5e_Method">
    <vt:lpwstr>Privileged</vt:lpwstr>
  </property>
  <property fmtid="{D5CDD505-2E9C-101B-9397-08002B2CF9AE}" pid="15" name="MSIP_Label_8db35b9b-34e3-4211-8ec1-253280c6bd5e_Name">
    <vt:lpwstr>C1 - Public</vt:lpwstr>
  </property>
  <property fmtid="{D5CDD505-2E9C-101B-9397-08002B2CF9AE}" pid="16" name="MSIP_Label_8db35b9b-34e3-4211-8ec1-253280c6bd5e_SiteId">
    <vt:lpwstr>dca04e92-b0c8-46b4-9d33-f893be36d972</vt:lpwstr>
  </property>
  <property fmtid="{D5CDD505-2E9C-101B-9397-08002B2CF9AE}" pid="17" name="MSIP_Label_8db35b9b-34e3-4211-8ec1-253280c6bd5e_ActionId">
    <vt:lpwstr>b043101e-5709-4b4e-bb64-ab2ab49c80e4</vt:lpwstr>
  </property>
  <property fmtid="{D5CDD505-2E9C-101B-9397-08002B2CF9AE}" pid="18" name="MSIP_Label_8db35b9b-34e3-4211-8ec1-253280c6bd5e_ContentBits">
    <vt:lpwstr>0</vt:lpwstr>
  </property>
  <property fmtid="{D5CDD505-2E9C-101B-9397-08002B2CF9AE}" pid="19" name="MSIP_Label_8db35b9b-34e3-4211-8ec1-253280c6bd5e_Tag">
    <vt:lpwstr>10, 0, 1, 1</vt:lpwstr>
  </property>
</Properties>
</file>